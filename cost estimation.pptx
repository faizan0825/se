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BBBEA3-F232-4310-80F1-2CFFB7AC1239}" type="datetimeFigureOut">
              <a:rPr lang="en-US" smtClean="0"/>
              <a:t>6/6/2024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8311FE-08EA-4ADA-9993-DC5F4B76F2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050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EAF</a:t>
            </a:r>
            <a:r>
              <a:rPr lang="en-US" baseline="0" dirty="0"/>
              <a:t> Effort adjustment factor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8311FE-08EA-4ADA-9993-DC5F4B76F21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33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81075" y="795338"/>
            <a:ext cx="7181850" cy="526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0"/>
            <a:ext cx="8692036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799" y="228600"/>
            <a:ext cx="8649318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799" y="381000"/>
            <a:ext cx="8727949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39482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516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1" y="0"/>
            <a:ext cx="9111065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54500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52283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65083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474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52283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7006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21456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08680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83232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56700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39482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754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9131929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21456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4568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075480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957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154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1" y="0"/>
            <a:ext cx="91059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0868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059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0587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0773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1383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6" y="10886"/>
            <a:ext cx="9117563" cy="684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4221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" y="0"/>
            <a:ext cx="90487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2236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" y="0"/>
            <a:ext cx="91377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3438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11913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34047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4514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9247</TotalTime>
  <Words>5</Words>
  <Application>Microsoft Office PowerPoint</Application>
  <PresentationFormat>On-screen Show (4:3)</PresentationFormat>
  <Paragraphs>2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kashif</dc:creator>
  <cp:lastModifiedBy>Muhammad Kashif</cp:lastModifiedBy>
  <cp:revision>13</cp:revision>
  <dcterms:created xsi:type="dcterms:W3CDTF">2006-08-16T00:00:00Z</dcterms:created>
  <dcterms:modified xsi:type="dcterms:W3CDTF">2024-06-12T16:53:44Z</dcterms:modified>
</cp:coreProperties>
</file>